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gstack TUTORIAL No.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Build an AI-Agent End-to-End EDA System
on WorkBuddy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94760"/>
            <a:ext cx="1554480" cy="50292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6D4E0"/>
                </a:solidFill>
                <a:latin typeface="Arial"/>
                <a:ea typeface="微软雅黑"/>
                <a:cs typeface="微软雅黑"/>
              </a:rPr>
              <a:t>A step-by-step course for postgraduate students and junior engineers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6D4E0"/>
                </a:solidFill>
                <a:latin typeface="Arial"/>
                <a:ea typeface="微软雅黑"/>
                <a:cs typeface="微软雅黑"/>
              </a:rPr>
              <a:t>RTL → GDS on SkyWater SKY130, verified by a four-gate chain and a byte-level hash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Version 1.0 · September 2026 · Prose CC BY 4.0 · Code Apache-2.0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What you will build — and what you must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Build an open-source RTL → GDS flow on the SkyWater SKY130 open PDK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Drive it with 5 gstack orchestration roles plus 2 domain AI agents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Prove it with four verification gates and a reproducible SHA-256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Ship it with bilingual documentation and an honest limitations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You do not need a commercial EDA licence, an NDA, or a tape-out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Why a second tutorial?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07627"/>
                <a:gridCol w="3815255"/>
                <a:gridCol w="5341357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Tutorial #1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Tutorial #2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Carrier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hello_world.py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real RTL→GDS EDA system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Team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gstack review roles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gstack roles × 2 domain agents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Proof of done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review notes merged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gate chain PASS + GDS SHA 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Environment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reproducible open EDA + open PDK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Value narrative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system valued at ~RMB 1.25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Tutorial #1 deliberately carries no real artifact. That was the right choice — until you need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three-layer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2331720" cy="123444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09928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Layer 1
gstack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5808" y="1600200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728216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/plan-ceo-review → /spec → /plan-eng-review → /qa-only → /ship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Each role has a stop point, so decisions get audited — not absorbed.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54096"/>
            <a:ext cx="2331720" cy="123444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163824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Layer 2
two domain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3054096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3182112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AI GDS-Architect — digital: RTL→GDS, DRC, LVS, determinism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Senior Analog IC Architect — analog: sizing, simulation, layout intent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Each has a handoff contract: what it receives, produces, is judged by.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507992"/>
            <a:ext cx="2331720" cy="1234440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61772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Layer 3
open EDA + PDK + gates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808" y="4507992"/>
            <a:ext cx="8595360" cy="1234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3552" y="4636008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Magic 8.3.681 · Netgen 1.5.323 · KLayout · ngspice · Xschem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SKY130A (open_pdks 1.0.572) · Microlane P&amp;R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Gate 5 DRC → Gate 6 Extraction → Gate 7A LVS → Gate 7B-1R2 LVS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An agent whose output no gate examines is doing homework, not engineering.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five gstack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9191"/>
                <a:gridCol w="1448888"/>
                <a:gridCol w="4741817"/>
                <a:gridCol w="263434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Command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Role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Job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Stops when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/plan-ceo-review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CEO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Challenge scope, positioning, ambition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scope is defensible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/spec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PM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Decompose into assignable work items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backlog is concrete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/plan-eng-review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Engineer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Lock architecture, data flow, order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plan is buildable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/qa-only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QC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Test and report — without fixing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report is filed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/ship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Version, package, document, release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release is tagged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value is not that the AI is clever. It is that every role has a stop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two domain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89912"/>
                <a:gridCol w="3688080"/>
                <a:gridCol w="2950464"/>
                <a:gridCol w="233578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Agent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Owns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Produces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Judged by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Digital backend: P&amp;R, DRC, extraction, LVS, stream-out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GDS, extracted netlist, gate logs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Gates 5, 6, 7A, 7B-1R2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Senior Analog IC 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Analog front-end: topology, sizing, simulation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Sized schematic, sim results, layout constraints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ngspice sim, DRC, (7B-2 on roadmap)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digital agent carries the main line. The analog agent joins at Part 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THE SECOND, MORE IMPORTANT DIFFERENCE FROM TUTORIAL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expertise gap — why five roles are not enough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A gstack role will happily…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…but it does not know that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accept "LVS passed"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naive LVS can be circular and prove nothing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accept "DRC clean"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which rule classes actually ran, and what was waived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reorder build steps for tidiness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stream order changes the GDS byte stream and breaks determinism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suggest "relax the check to get green"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relaxing a sign-off check is the one unforgivable move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package whatever exists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GDS without a reproducible hash is not a release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draft the positioning text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one wrong physics number destroys the whole credibility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gstack roles are process experts and domain generalists by design. That is what makes them good orchestrators.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THE TWO-KEY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Process authority sits with gstack.
Physics authority sits with the domain agents.
On conflict, physics wins.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Not "5 + 2". A two-key system — 5 who decide process, 2 who decide physics.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authority contract — who decides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46665"/>
                <a:gridCol w="2272120"/>
                <a:gridCol w="2667272"/>
                <a:gridCol w="177818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Decision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gstack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Domain agent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Human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Scope, phasing, work breakdown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consulted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approves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PDK / stdcell library choice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approves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What counts as a passing gate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runs it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Waiver of a DRC violation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not allowed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signs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Interpretation of an LVS mismatch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reports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Release content and version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consulted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approves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Any statement with a physics number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not allowed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DECIDES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Read the "not allowed" rows first. They are the point of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PART 0 · WHO DECIDES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two-key authority model — one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wo-key-auth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563" y="1481328"/>
            <a:ext cx="8090568" cy="4069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gstack holds process authority, the two domain agents hold physics authority; both feed the gate chain, and on conflict physics 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Three veto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Domain veto beats process convenience — an unsafe step does not happen, whatever the plan says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 gate result is not a fact until the domain agent has read the log, not just the status line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No check is ever relaxed to make a build pass — the domain agent states which is wrong, in writing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"PASS" is a string. The log is the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defer clause — paste into every gstack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CONSULT REQUIRED. Before you finalise any statement about DRC, LVS,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extraction, determinism, or PDK rules, hand that specific claim to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the domain agent (AI GDS-Architect for digital, Senior Analog IC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Architect for analog) and quote its answer verbatim.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If the domain agent contradicts you, the domain agent wins. Do not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resolve the conflict yourself - escalate to the human with both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statements side by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2239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One paragraph. It is the difference between sounding right and being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Why the agents are credible: non-circular LVS, deterministic GDS, and a 22-year chain from a Lyapunov exponent (2002) to a certified diagnostic (2023).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Why SKY130, not a commercial PDK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An NDA PDK cannot be published, redistributed or committed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An "open-source tutorial" shipping a closed PDK is not open source — it is a leak with a README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SKY130 is the first foundry-grade PDK under an open licence, with open DRC/LVS/RCX rule decks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Nothing is lost: the method is process-agnostic and transfers to any PDK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This section is itself the lesson: it teaches what may be open-sourced, using a real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Course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4072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95781"/>
                <a:gridCol w="8298180"/>
                <a:gridCol w="177027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Part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What you do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Mental model: three layers, five roles, two agents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Install WorkBuddy, gstack and the two domain agents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min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Install the open EDA toolchain (three paths)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min – 4 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 1 — AI CEO sets the scope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min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 2 — AI PM decomposes the work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45 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 3 — AI Engineer runs RTL → GDS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3–5 h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 4 — AI QC verifies and proves determinism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2–3 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 5 — AI DevOps ships it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1–2 h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The two disciplines this tutorial actually teaches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Bring in the analog agent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2–4 h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10–12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Troubleshooting, assessment, where to go next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self-paced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Total: 10–14 h for a first pass. Every part ends with a checkpoint you must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Part 0 —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8813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You can name all five gstack commands and each one's stop point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You can state, in one sentence, the difference between Tutorial #1 and #2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You can explain why an NDA PDK cannot appear in this repository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You can name one decision the gstack roles may NOT make, and who makes it</a:t>
            </a:r>
          </a:p>
          <a:p>
            <a:pPr>
              <a:spcAft>
                <a:spcPts val="15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☐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You have the defer clause copied where you can paste it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Do not advance until all five are green. The mental model is the transferable 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Part 1 — Install the host and the two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627632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77924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64592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Download Tencent WorkBuddy, install, sign in, verify with a trivial prompt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414016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4308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432304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Install the gstack skill suite; confirm @skill:gstack routes to the right skill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00400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5069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218688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Create ~/.workbuddy/skills/e2e-ic-system/agents/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37076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00507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Save ai_gds_architect.md and analog_ic_architect.md (minimal briefs are in Part 1.3)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773168"/>
            <a:ext cx="384048" cy="384048"/>
          </a:xfrm>
          <a:prstGeom prst="ellipse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23460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791456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Restart WorkBuddy and confirm: "List the agents you can see"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Agent specs are host-agnostic — Claude Code and OpenAI Codex work the same 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Part 2 — Three install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96792"/>
                <a:gridCol w="2363235"/>
                <a:gridCol w="2040976"/>
                <a:gridCol w="236323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Path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Platform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Time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Status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— one-click installer (install_eda.bat)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Windows 11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1–3 h (compiles)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beta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 — manual step-by-step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any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2–4 h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fully documented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 — TinyTapeout VM image (recommended)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Win / macOS / Linux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~30 min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upstream-maintained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If you have never installed an open EDA toolchain, take Option C. Do not spend day one compiling.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Pinned versions — do not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7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92914"/>
                <a:gridCol w="1826136"/>
                <a:gridCol w="1826136"/>
                <a:gridCol w="461905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Component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Version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Commit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Source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8.3.681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4432d7e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RTimothyEdwards/magic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1.5.323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bb8a610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RTimothyEdwards/netgen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open_pdks / SKY130A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1.0.572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54435919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RTimothyEdwards/open_pdks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Microlane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87079e7f6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htfab/microlane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Version drift is the single most common cause of a mysterious SHA mismatch.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Verify before you go further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magic   -dnull -noconsole --version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netgen  -batch -nogui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cat $PDK_ROOT/sky130A/.config/nodeinfo.json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ls $PDK_ROOT/sky130A/libs.tech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expected: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node sky130A · 130 nm · open_pdks 1.0.572 (54435919)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magic 8.3.681 (4432d7e) · 11 stdcell libs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ECFA8"/>
                </a:solidFill>
                <a:latin typeface="Consolas"/>
                <a:ea typeface="Consolas"/>
                <a:cs typeface="Consolas"/>
              </a:rPr>
              <a:t>#   sky130_fd_sc_hd: 446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22392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If all four respond, you are ready for Phase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open PDK ships DRC, LVS and RCX rule decks — the PEX gap is in our pipeline, not the PDK.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PHASE 1 · /plan-ceo-review · 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Phase 1 — AI CEO sets the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 /plan-ceo-review and paste your scope statement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Ask explicitly: what should I cut first? Which claim is weakest?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 good review returns four things — risk-ranked scope, a cut list, a challenge, an open question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Write the outcome into reviews/01-ceo-review.md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If the review raises no question you cannot answer yet, the review is shallow.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Phase 2 — Work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7" cy="40050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4518"/>
                <a:gridCol w="4726471"/>
                <a:gridCol w="2792914"/>
                <a:gridCol w="290033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Work item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Owner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Judged by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Toolchain install + VERSIONS.lock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Checkpoint 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Agent install + handoff contract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Checkpoint 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config.env + isolated launcher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Engineer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launcher runs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W4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Place-and-route to GDS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Gates 5, 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Non-circular reference source export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artifact not GDS-derived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LVS pair (7A, 7B-1R2)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GDS-Architect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Gates 7A, 7B-1R2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Determinism proof (repeat run, compare SHA)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QC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identical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W8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Analog sizing + simulation (optional track)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Analog IC Architect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ngspice sim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W9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Bilingual docs + release package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DevOps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Definition of Done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Every work item names the gate that judges it. No gate, no credit.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PHASE 3 · /plan-eng-review · 3–5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Phase 3 — AI Engineer runs RTL → GDS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 /plan-eng-review first: lock data flow, artifact naming, gate positions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Ask the question juniors never ask: what happens to the run directory when a gate fails?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Dispatch the AI GDS-Architect with the four mandatory report lines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Use the isolated launcher — never a bare shell on Windows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Mandatory report lines: artifacts with paths · gate status · GDS sha256 · what was NOT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non-circularity rule — the intellectual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2377440" cy="86868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P&amp;R database
(live)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320" y="1600200"/>
            <a:ext cx="3017520" cy="658368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db_source_export.py
(pre stream-out)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651760"/>
            <a:ext cx="3017520" cy="658368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5176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GDS → Magic extract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00200"/>
            <a:ext cx="3017520" cy="658368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0020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reference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651760"/>
            <a:ext cx="3017520" cy="658368"/>
          </a:xfrm>
          <a:prstGeom prst="rect">
            <a:avLst/>
          </a:prstGeom>
          <a:solidFill>
            <a:srgbClr val="0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65176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layout netlist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3794760"/>
            <a:ext cx="6812280" cy="73152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794760"/>
            <a:ext cx="6629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Netgen hierarchical LVS  →  Gate 7B-1R2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846320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84632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Comparing a GDS netlist against the same GDS always passes. Two derivations from one live database do 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Decap power/ground must come from the authoritative PDK CDL/SPICE, not from the layout.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four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3556"/>
                <a:gridCol w="3389046"/>
                <a:gridCol w="2292590"/>
                <a:gridCol w="338904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Gate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Checks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Tool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Pass criterion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5 — DRC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geometry vs foundry rules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 8.3.681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 violations (waivers listed)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6 — Extraction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layout → netlist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 8.3.681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completes; warnings enumerated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7A — Structural LVS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P&amp;R netlist vs gate-level netlist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Microlane comparator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structural match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7B-1R2 — Hier. LVS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extracted vs P&amp;R-DB-derived source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 1.5.323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Circuits match uniquely.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 gate with no artifact did not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exit-code contract — VOID gets its own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9090"/>
                <a:gridCol w="3951514"/>
                <a:gridCol w="6223635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Code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Meaning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What you must do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all gates PASS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record the SHA and move 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gate FAILED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freeze the run dir, read the log, fix the cause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 gate returned VOID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the check proved nothing — re-derive the reference, re-run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environment error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bad config, missing tool, or a reused RUN_DIR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If VOID shared a code with PASS, a reviewer skimming — or a CI job asserting only "non-zero" — could mistake it for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PHASE 4 · /qa-only · 2–3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Phase 4 — AI QC verifies, and you prove determinism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Organisational rule: the person who ran a gate cannot certify it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 /qa-only — it reports, it does not fix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 the whole chain twice in clean shells and compare sha256 of the GDS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Record everything in VERSIONS.lock; publish two baselines (Windows chain, VM chain)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Do not "fix" a SHA mismatch by relaxing the check. Investigate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PHASE 5 · /ship · 1–2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Phase 5 — AI DevOps ships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Release must contain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VERSIONS.lock — reproducibility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Gate logs for all four gates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GDS + reference SHA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README (EN) + README (ZH)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Known limitations section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Licence: CC BY 4.0 prose, Apache-2.0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The four-file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One conceptual change = 4 files × 4 checks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Gate script · EN doc · ZH doc · review record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Each must be re-checked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Budget for it at the start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Do not discover it at the 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Carried over verbatim from Tutorial #1, because it is still true.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WHAT THIS TUTORIAL ACTUALLY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Discipline 1 — Lock the artifact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Pinned tool versions + PYTHONHASHSEED=0 + seeded RNG + frozen GDS timestamp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⇒ byte-identical output ⇒ a hash you can publish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An AI agent can produce something plausible in minutes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The only thing between "plausible" and "engineering" is a referee that cannot be argued with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 hash is such a referee.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Discipline 2 — Check the number, not just the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04026"/>
                <a:gridCol w="1958272"/>
                <a:gridCol w="2349927"/>
                <a:gridCol w="225201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Case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Predicted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Measured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Error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Quadcopter hover power (GDA)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127.8 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127.4 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0.29 %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CTC capture critical capillary number Ca*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0.043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0.04 ± 0.006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inside band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Both survive a first-principles cross-check — and both state their falsifiable assumption openly.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THE SENTENCE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"FM = 0.39, taken independently from propeller data — not fitted to this flight."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Volunteering the assumption under which your number could be wrong is what converts a claim into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PART 9 · 2–4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Part 9 — Bringing in the analog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Senior Analog IC Architect owns: schematic, sizing, simulation, corners, layout intent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Tools: Xschem → ngspice → Magic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Always ask it to name the one assumption most likely to be wrong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Honest status: its gates are not yet implemented — judged by simulation and human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22 years from a Lyapunov exponent to a certified diagnostic. The domain changed; the discipline did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PART 9 · FOR PG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workflow the analog agent enforces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Stage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Phases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Question it answers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Specs &amp; physics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1–3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sensor model, noise / dynamic-range budget, PDK device data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Architecture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4–6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topology comparison, g_m/I_D first sizing, hand calculation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Nominal &amp; behaviour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7–9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nominal SPICE, noise contributions, behavioral sim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Statistics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10–12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PVT, Monte Carlo / mismatch, design centering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Layout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13–15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floorplan, critical devices, progressive PEX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Post-layout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16–18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noise / stability / PVT, high-sigma yield, reliability / EMIR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Silicon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19–20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AMS verification, tapeout, characterization, model correlation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Learn the sequence before the tools — the sequence IS the expertise. Full 20-row table: TUTORIAL.md §9.5.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PART 9 · MAJOR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philosophy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1064240" cy="379476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515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m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z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
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
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d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w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h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m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S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I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E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→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y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E6F1F8"/>
                </a:solidFill>
                <a:latin typeface="Consolas"/>
                <a:ea typeface="Consolas"/>
                <a:cs typeface="Consolas"/>
              </a:rPr>
              <a:t>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Every arrow is a gate: name the artifact that crosses it, or mark the phase VOID — a stage with no comparable artifact did not pass, it merely 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PART 9 · AI'S CORRECT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Where AI belongs — the four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6424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Level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AI does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Verified by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Status in 2026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 Engineering assistant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equations, scripts, test benches, log analysis, trade-offs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the engineer reads everything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very useful today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 Design-space optimizer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chooses W, L, I_D, C, R within your constraints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the simulator — the only referee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very useful, if constrained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 Layout assistant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placement, routing, constraints, parasitics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DRC / LVS gates + layout-aware checks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fast-moving — Synopsys: AI analog layout flow, DRC-clean, fewer iterations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4 Autonomous agents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orchestrates EDA tasks end to end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physics-based engines, continuously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emerging — Siemens: "self-verifying" agents; the LLM never decides alone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The two-key contract of this tutorial is Level 4 built from open tools: the LLM never determines correctness — the physics engine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Troubleshooting — top six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8" cy="3236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0"/>
                <a:gridCol w="3749039"/>
                <a:gridCol w="4206239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Symptom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Likely cause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Fix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magic: command not found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not on PATH / Cygwin not isolated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use the launcher; check config.env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differs between runs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version drift, timestamp not frozen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VERSIONS.lock; PYTHONHASHSEED=0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differs on the VM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different PDK build and tool revisions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expected — publish a second baseline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Netgen setup-file error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6-arg form used in a sourced script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use the 4-arg Tcl form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Paths look corrupted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MSYS path mangling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env -i + MSYS2_ARG_CONV_EXCL='*'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LVS passes suspiciously easily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circular comparison (GDS vs GDS)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reference must come from the P&amp;R DB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Assessment — grading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956765"/>
                <a:gridCol w="2107474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Criterion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微软雅黑"/>
                        </a:rPr>
                        <a:t>Weight</a:t>
                      </a:r>
                    </a:p>
                  </a:txBody>
                  <a:tcPr marL="91440" marR="91440" marT="36576" marB="36576" anchor="ctr">
                    <a:solidFill>
                      <a:srgbClr val="061F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All four gates PASS with artifacts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30 %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SHA reproducible and recorded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20 %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Limitations stated honestly and specifically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Discipline 2 demonstrated — a number recomputed by hand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20 %</a:t>
                      </a:r>
                    </a:p>
                  </a:txBody>
                  <a:tcPr marL="91440" marR="91440" marT="27432" marB="27432"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Bilingual or clearly documented output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2733"/>
                          </a:solidFill>
                          <a:latin typeface="Arial"/>
                          <a:ea typeface="微软雅黑"/>
                          <a:cs typeface="微软雅黑"/>
                        </a:rPr>
                        <a:t>10 %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Labs: reproduce · break it deliberately · circular LVS · physics vs status · agent accountability.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Where to go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PEX / RCX and Gate 7B-2 — the rule decks already ship with the PDK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Post-layout simulation with ngspice; full STA via OpenLane/OpenSTA (needs Docker)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Tape-out through the TinyTapeout shuttle, from $100</a:t>
            </a:r>
          </a:p>
          <a:p>
            <a:pPr>
              <a:spcAft>
                <a:spcPts val="1600"/>
              </a:spcAft>
            </a:pPr>
            <a:r>
              <a:rPr sz="155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 </a:t>
            </a:r>
            <a:r>
              <a:rPr sz="155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Give the analog agent a real gate chain — high effort, high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Credits: google/skywater-pdk · open_pdks · Magic · Netgen · Microlane · Tiny Tapeout · Zero to ASIC · SiliWiz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What ships in the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37160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Runnable skeleton — starter/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run_all.sh drives all four gates + circularity guard + fingerprint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run_drc.tcl · run_extract.tcl · run_lvs.tcl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db_export.py — the pre-streamout reference export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config.env.example · versions.lock.template · designs/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72768"/>
            <a:ext cx="5285232" cy="4572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36776"/>
            <a:ext cx="4937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Audit trail — reviews/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29968"/>
            <a:ext cx="5285232" cy="35204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12848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01 CEO — scope, cut list, questions referred not guessed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02 spec — W1–W9, critical path, three escalations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03 eng — the circular LVS found VOID, then fixed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04 QA — and an eight-row "what was NOT checked" table</a:t>
            </a:r>
          </a:p>
          <a:p>
            <a:pPr>
              <a:spcAft>
                <a:spcPts val="1100"/>
              </a:spcAft>
            </a:pPr>
            <a:r>
              <a:rPr sz="1300" b="1">
                <a:solidFill>
                  <a:srgbClr val="00A6C9"/>
                </a:solidFill>
                <a:latin typeface="Arial"/>
                <a:ea typeface="微软雅黑"/>
                <a:cs typeface="微软雅黑"/>
              </a:rPr>
              <a:t>▪  </a:t>
            </a:r>
            <a:r>
              <a:rPr sz="1300" b="0">
                <a:solidFill>
                  <a:srgbClr val="1C2733"/>
                </a:solidFill>
                <a:latin typeface="Arial"/>
                <a:ea typeface="微软雅黑"/>
                <a:cs typeface="微软雅黑"/>
              </a:rPr>
              <a:t>05 ship — contents, parity, licences, four-file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24144"/>
            <a:ext cx="11064240" cy="4754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15584"/>
            <a:ext cx="10698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061F32"/>
                </a:solidFill>
                <a:latin typeface="Arial"/>
                <a:ea typeface="微软雅黑"/>
                <a:cs typeface="微软雅黑"/>
              </a:rPr>
              <a:t>CI (.github/workflows/selfcheck.yml) fails if a version pin drifts between documents, or if the circularity guard disappears.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693"/>
                </a:solidFill>
                <a:latin typeface="Arial"/>
                <a:ea typeface="微软雅黑"/>
                <a:cs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D4FF"/>
                </a:solidFill>
                <a:latin typeface="Arial"/>
                <a:ea typeface="微软雅黑"/>
                <a:cs typeface="微软雅黑"/>
              </a:rPr>
              <a:t>THE ONE-LINE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In #1 the agents review the work.
In #2 the agents do the work —
and are held to a verification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26280"/>
            <a:ext cx="1554480" cy="45720"/>
          </a:xfrm>
          <a:prstGeom prst="rect">
            <a:avLst/>
          </a:prstGeom>
          <a:solidFill>
            <a:srgbClr val="00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CCB"/>
                </a:solidFill>
                <a:latin typeface="Arial"/>
                <a:ea typeface="微软雅黑"/>
                <a:cs typeface="微软雅黑"/>
              </a:rPr>
              <a:t>Your tutorial is complete when your four gates pass and your SHA reproduces.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gstack Tutorial No. 2  ·  Build an AI-Agent End-to-End EDA System on WorkBuddy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8B4"/>
                </a:solidFill>
                <a:latin typeface="Arial"/>
                <a:ea typeface="微软雅黑"/>
                <a:cs typeface="微软雅黑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