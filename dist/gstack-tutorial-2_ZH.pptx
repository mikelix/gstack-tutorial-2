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gstack 教程 No.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在 WorkBuddy 上构建 AI 智能体驱动的
端到端 EDA 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94760"/>
            <a:ext cx="1554480" cy="50292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6D4E0"/>
                </a:solidFill>
                <a:latin typeface="Arial"/>
                <a:ea typeface="微软雅黑"/>
                <a:cs typeface="微软雅黑"/>
              </a:rPr>
              <a:t>面向研究生与青年工程师的逐步实操教程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D4E0"/>
                </a:solidFill>
                <a:latin typeface="Arial"/>
                <a:ea typeface="微软雅黑"/>
                <a:cs typeface="微软雅黑"/>
              </a:rPr>
              <a:t>基于 SkyWater SKY130 开放 PDK 的 RTL → GDS，用四道门链与字节级哈希验证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版本 1.0 · 2026 年 9 月 · 文字 CC BY 4.0 · 代码 Apache-2.0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你要构建什么 —— 以及必须证明什么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在 SkyWater SKY130 开放 PDK 上构建一条开源的 RTL → GDS 流程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用 5 个 gstack 编排角色 + 2 个领域 AI 智能体驱动它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用四道验证门与可复现的 SHA-256 证明它成立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交付双语文档，以及一份不软化的局限陈述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你不需要商业 EDA 授权、NDA，也不需要流片预算。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为什么要有第二份教程？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44039"/>
                <a:gridCol w="3688079"/>
                <a:gridCol w="55321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教程 #1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教程 #2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载体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hello_world.py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真实的 RT→GDS EDA 系统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团队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 个 gstack 评审角色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 个 gstack 角色 × 2 个领域智能体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完成判据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评审意见合并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门链全 PASS + GDS SHA 一致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环境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可复现的开源 EDA + 开放 PDK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价值叙事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一套估值约 125 万元人民币的系统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教程 #1 刻意不承载真实产物。在你真正需要产物之前，那都是正确的选择。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三层模型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2331720" cy="123444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9928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第 1 层
gstack 编排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5808" y="1600200"/>
            <a:ext cx="859536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728216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/plan-ceo-review → /spec → /plan-eng-review → /qa-only → /ship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每个角色都有停止点，于是决策被审计，而不是被静默吞掉。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54096"/>
            <a:ext cx="2331720" cy="1234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163824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第 2 层
两个领域智能体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3054096"/>
            <a:ext cx="859536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3182112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AI GDS-Architect —— 数字：RTL→GDS、DRC、LVS、确定性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资深模拟 IC 设计架构师 —— 模拟：sizing、仿真、版图意图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各有交接契约：收到什么、产出什么、由谁判定。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507992"/>
            <a:ext cx="2331720" cy="1234440"/>
          </a:xfrm>
          <a:prstGeom prst="rect">
            <a:avLst/>
          </a:prstGeom>
          <a:solidFill>
            <a:srgbClr val="0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61772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第 3 层
开源 EDA + PDK + 门链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5808" y="4507992"/>
            <a:ext cx="859536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4636008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Magic 8.3.681 · Netgen 1.5.323 · KLayout · ngspice · Xschem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SKY130A（open_pdks 1.0.572）· Microlane 布局布线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门 5 DRC → 门 6 提取 → 门 7A LVS → 门 7B-1R2 LVS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一个产出的文件没有任何门去检验的智能体，是在写作业，不是在做工程。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五个 gstack 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9473"/>
                <a:gridCol w="1599649"/>
                <a:gridCol w="4532339"/>
                <a:gridCol w="2532777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命令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停止条件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/plan-ceo-review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CEO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挑战范围、定位、野心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范围站得住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/spec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PM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拆解成可派发的任务项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待办清单具体可执行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/plan-eng-review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工程师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锁定架构、数据流、执行顺序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计划可施工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/qa-only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QC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测试并报告 —— 但不修改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报告已归档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/ship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DevOps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定版、打包、写文档、发布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发布已打标签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价值不在于 AI 有多聪明，而在于每个角色都有停止点。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两个领域智能体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2848"/>
                <a:gridCol w="3726901"/>
                <a:gridCol w="2911642"/>
                <a:gridCol w="221284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智能体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负责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产出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由谁判定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数字后端：布局布线、DRC、提取、LVS、流出版图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GDS、提取网表、门日志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门 5、6、7A、7B-1R2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资深模拟 IC 设计架构师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模拟前端：拓扑、sizing、仿真、版图意图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已 sizing 的电路图、仿真结果、版图约束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ngspice 仿真、DRC（7B-2 在路线图上）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数字智能体走主线，模拟智能体在第 9 部分接入。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与教程 #1 的第二个、也是更要紧的差别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能力缺口 —— 为什么 5 个角色不够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64240" cy="3236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gstack 角色会很自然地……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……但它不知道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接受“LVS 通过”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朴素的 LVS 可能是循环论证，什么也证明不了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接受“DRC 干净”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实际跑了哪几类规则、又豁免了什么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为了整洁重排构建顺序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流式写出顺序会改变 GDS 字节流，破坏确定性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建议“放宽检查就能变绿”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放宽签核检查是唯一不可饶恕的动作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把现有产物直接打包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没有可复现哈希的 GDS 不叫发布版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起草对外文案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一个写错的物理数字会毁掉全部可信度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gstack 角色天生是流程专家、领域通才 —— 正因如此它们才是好的编排者。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双钥匙机制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流程权限归 gstack。
物理权限归领域智能体。
冲突时物理优先。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55448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Arial"/>
                <a:ea typeface="微软雅黑"/>
                <a:cs typeface="微软雅黑"/>
              </a:rPr>
              <a:t>不是“5 + 2”，而是一套双钥匙机制 —— 5 个决定流程，2 个决定物理。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权限契约 —— 谁有权决定什么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46665"/>
                <a:gridCol w="2272120"/>
                <a:gridCol w="2667272"/>
                <a:gridCol w="177818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决策事项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gstack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领域智能体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范围、阶段划分、任务拆解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被咨询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批准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选哪个 PDK / 标准单元库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无权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批准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什么算“门通过”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执行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DRC 违例能否豁免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无权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签字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LVS 失配如何解读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报告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发布内容与版本号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被咨询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批准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任何含物理数字的表述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无权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先读“无权”那几行。那才是整张表的重点。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第 0 部分 · 谁有权决定什么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双钥匙权限模型 —— 一图流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wo-key-auth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563" y="1481328"/>
            <a:ext cx="8090568" cy="4069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gstack 持流程权，两个领域智能体持物理权；二者共同喂给门链，冲突时物理权获胜。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权限契约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三条否决规则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领域否决优先于流程便利 —— 不安全的步骤就不做，计划怎么写都不算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门的结果不是事实，直到领域智能体读过日志 —— 而不只是状态行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绝不为让构建通过而放宽检查 —— 领域智能体必须书面说明错的到底是哪一方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“PASS” 只是一个字符串。日志才是证据。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让渡条款 —— 粘贴进每一个 gstack 提示词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64240" cy="379476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需征询领域智能体。在你敲定任何涉及 DRC、LVS、提取、确定性或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PDK 规则的表述之前，先将该具体论断交给领域智能体（数字方向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交给 AI GDS-Architect，模拟方向交给资深模拟 IC 设计架构师），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并逐字引用其答复。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若领域智能体与你的结论冲突，以领域智能体为准。不要自行裁决 ——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把两方陈述并列提交给人类裁决。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22392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成本只有一个段落，却是“听起来对”与“确实对”的分界线。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智能体凭什么可信：非循环 LVS、确定性 GDS，以及从李雅普诺夫指数（2002）到认证诊断芯片（2023）的 22 年证据链。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为什么用 SKY130，而不是商业 PDK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NDA PDK 不能公开、不能转发、不能提交进仓库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夹带闭源 PDK 的“开源教程”不是开源 —— 是带 README 的泄密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SKY130 是首个以开放许可发布的代工级 PDK，DRC/LVS/RCX 规则同样开放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没有损失：方法与工艺无关，可平移到任何 PDK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这一节本身就是教学点：它用作者真实做过的一个决定，教会读者什么可以开源。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课程地图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4072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4265"/>
                <a:gridCol w="8024613"/>
                <a:gridCol w="19453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心智模型：三层、五角色、两智能体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 分钟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安装 WorkBuddy、gstack 与两个领域智能体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45 分钟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安装开源 EDA 工具链（三条路径）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 分钟 – 4 小时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阶段 1 —— AI CEO 定范围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45 分钟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阶段 2 —— AI PM 拆解工作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45 分钟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阶段 3 —— AI 工程师跑通 RTL → GDS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3–5 小时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阶段 4 —— AI QC 验证并证明确定性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2–3 小时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阶段 5 —— AI DevOps 发布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1–2 小时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本教程真正教的两条纪律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 分钟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接入模拟智能体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2–4 小时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10–12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故障排查、考核、接下来做什么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自定进度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首次完整走完约 10–14 小时。每个部分结尾都有必须通过才往下走的检查点。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第 0 部分 —— 检查点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8813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你能说出 5 条 gstack 命令及各自的停止点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你能用一句话讲清教程 #1 与 #2 的差别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你能解释为什么 NDA PDK 不能出现在本仓库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你能举出一项 gstack 角色无权决定的事项，并说出该由谁决定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让渡条款已复制到随手可粘贴的地方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五条全绿才往下走。可迁移的是心智模型，不是命令。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第 1 部分 —— 安装宿主与两个智能体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627632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77924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64592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下载腾讯 WorkBuddy，安装、登录，用最简提示验证技能系统在线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6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64308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432304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安装 gstack 技能套件；确认 @skill:gstack 能正确路由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200400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5069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218688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创建 ~/.workbuddy/skills/e2e-ic-system/agents/ 目录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986784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037076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4005072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保存 ai_gds_architect.md 与 analog_ic_architect.md（最小简介见 1.3 节）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773168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2346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79145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重启 WorkBuddy 并确认：「列出你能看到的智能体」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智能体规格与宿主无关 —— Claude Code 与 OpenAI Codex 用法相同。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第 2 部分 —— 三条安装路径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83944"/>
                <a:gridCol w="2296351"/>
                <a:gridCol w="2087592"/>
                <a:gridCol w="229635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路径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平台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—— 一键安装器（install_eda.bat）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Windows 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1–3 小时（需编译）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beta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 —— 手动逐步安装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任意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2–4 小时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文档完整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 —— TinyTapeout 虚拟机镜像（推荐）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Win / macOS / Linux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约 30 分钟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上游维护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从未装过开源 EDA 工具链，就走选项 C。不要把第一天耗在编译上。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锁定版本 —— 不要漂移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7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92914"/>
                <a:gridCol w="1826136"/>
                <a:gridCol w="1826136"/>
                <a:gridCol w="461905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版本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Commit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8.3.681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4432d7e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RTimothyEdwards/magic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Netgen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1.5.323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bb8a610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RTimothyEdwards/netgen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open_pdks / SKY130A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1.0.572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54435919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RTimothyEdwards/open_pdks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Microlane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87079e7f6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htfab/microlane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版本漂移是 SHA 莫名不一致的头号原因。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先验证，再往下走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64240" cy="379476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magic   -dnull -noconsole --version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netgen  -batch -nogui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cat $PDK_ROOT/sky130A/.config/nodeinfo.json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ls $PDK_ROOT/sky130A/libs.tech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预期：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  node sky130A · 130 nm · open_pdks 1.0.572（54435919）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  magic 8.3.681（4432d7e）· 11 个标准单元库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  sky130_fd_sc_hd：446 个单元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22392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四条都有响应，就可以进入阶段 1。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开放 PDK 自带 DRC、LVS 与 RCX 规则档 —— PEX 的缺口在我们自己的流程侧，不在 PDK。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阶段 1 · /plan-ceo-review · 45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阶段 1 —— AI CEO 定范围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执行 /plan-ceo-review，粘贴你的范围陈述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明确追问：时间不够先砍哪一块？我哪条主张最弱？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一份好的评审给你四样东西 —— 风险排序、砍项清单、一条挑战、一个未决问题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把结论写进 reviews/01-ceo-review.md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如果评审没有提出任何你目前答不上来的问题，说明这份评审太浅。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阶段 2 —— 工作拆解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4005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42989"/>
                <a:gridCol w="4636443"/>
                <a:gridCol w="2739716"/>
                <a:gridCol w="284509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任务项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责任方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由谁判定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工具链安装 + VERSIONS.lock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DevOps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检查点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智能体安装 + 交接契约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DevOps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检查点 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config.env + 隔离启动器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工程师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启动器能跑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W4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布局布线至 GDS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门 5、6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非循环参考源导出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产物非 GDS 派生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LVS 对（7A、7B-1R2）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门 7A、7B-1R2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确定性证明（重跑比对 SHA）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QC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 一致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W8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模拟 sizing + 仿真（选修轨）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资深模拟 IC 设计架构师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ngspice 仿真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双语文档 + 发布包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DevOps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完成定义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每个任务项都要点名判定它的门。没有门，就不算完成。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阶段 3 · /plan-eng-review · 3–5 小时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阶段 3 —— AI 工程师跑通 RTL → GDS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先跑 /plan-eng-review：锁定数据流、产物命名、每道门的位置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问出新人从不问的问题：门失败时运行目录怎么处理？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派发 AI GDS-Architect 时，必须包含四条强制报告项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使用隔离启动器 —— Windows 上绝不要用裸 shell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四条强制报告项：产物及路径 · 门状态 · GDS 的 sha256 · 没有检查什么。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非循环规则 —— 本教程的智识核心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11680"/>
            <a:ext cx="2377440" cy="86868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布局布线数据库
（活的）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00200"/>
            <a:ext cx="3017520" cy="658368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db_source_export.py
（流出之前）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651760"/>
            <a:ext cx="3017520" cy="658368"/>
          </a:xfrm>
          <a:prstGeom prst="rect">
            <a:avLst/>
          </a:prstGeom>
          <a:solidFill>
            <a:srgbClr val="0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65176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GDS → Magic 提取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600200"/>
            <a:ext cx="3017520" cy="658368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0020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参考源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651760"/>
            <a:ext cx="3017520" cy="658368"/>
          </a:xfrm>
          <a:prstGeom prst="rect">
            <a:avLst/>
          </a:prstGeom>
          <a:solidFill>
            <a:srgbClr val="0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65176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版图网表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794760"/>
            <a:ext cx="6812280" cy="73152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794760"/>
            <a:ext cx="6629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Netgen 层次化 LVS  →  门 7B-1R2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846320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4632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GDS 网表自比永远通过；同一起源的两条独立派生，才有诊断力。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去耦电容的电源/地必须取自权威 PDK CDL/SPICE，而不是版图。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四道门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2912"/>
                <a:gridCol w="3289368"/>
                <a:gridCol w="2192912"/>
                <a:gridCol w="338904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门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检查什么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通过判据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 —— DRC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几何是否违反代工规则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 8.3.681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 violation（豁免须列出）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6 —— 提取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版图 → 网表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 8.3.681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完成；警告逐一枚举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7A —— 结构级 LVS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布局布线网表 vs 门级网表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Microlane 比较器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结构匹配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7B-1R2 —— 层次化 LVS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提取网表 vs P&amp;R 数据库派生源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Netgen 1.5.323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Circuits match uniquely.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没有产物的门，等于没有跑。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退出码契约 —— VOID 有独立码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9090"/>
                <a:gridCol w="3951514"/>
                <a:gridCol w="622363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码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你该做什么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所有门 PASS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记录 SHA，继续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某门 FAILED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冻结运行目录，读日志，修根因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某门返回 VOID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检查什么都没证明 —— 重新派生参考源再跑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环境错误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配置错、工具缺失，或复用了 RUN_DIR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若 VOID 与 PASS 共用一个码，扫一眼的人、或只断言“非零即错”的 CI，就可能把它当成通过。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阶段 4 · /qa-only · 2–3 小时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阶段 4 —— AI QC 验证，并证明确定性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组织纪律：跑门的人不能认证自己的门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跑 /qa-only —— 它只报告，不改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在干净的 shell 里完整跑两遍，比对 GDS 的 sha256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全部记入 VERSIONS.lock；发布两个基准（Windows 链、虚拟机链）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不要用放松检查去“修好”不一致 —— 去查原因。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阶段 5 · /ship · 1–2 小时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阶段 5 —— AI DevOps 发布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发布里必须有什么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VERSIONS.lock —— 可复现性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四道门的日志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GDS + 参考 SHA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README（英）+ README（中）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已知局限章节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许可：文字 CC BY 4.0，代码 Apache-2.0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四文件规则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一个概念变更 = 4 个文件 × 4 次校验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门脚本 · 英文文档 · 中文文档 · 评审记录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每一项都要复核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在开头就为它排预算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不要在最后一天才发现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从教程 #1 原样搬过来，因为它仍然成立。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本教程真正教的两条纪律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纪律一 —— 锁住产物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锁定工具版本 + PYTHONHASHSEED=0 + 固定随机种子 + 冻结 GDS 时间戳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⇒ 字节级一致的输出 ⇒ 一个你可以公开发布的哈希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AI 智能体几分钟就能产出“看起来对”的东西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在“看起来对”与“工程”之间，唯一的屏障是一个无法被辩倒的裁判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哈希就是这样的裁判。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纪律二 —— 不只查状态，要查数字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04026"/>
                <a:gridCol w="1958272"/>
                <a:gridCol w="2349927"/>
                <a:gridCol w="2252013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案例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预测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实测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误差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四轴悬停功率（GDA）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127.8 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127.4 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0.29%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CTC 捕获临界毛细数 Ca*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0.043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0.04 ± 0.006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落在实验带内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两者都经得起第一性原理交叉核验 —— 并且都主动写明自己可被证伪的前提。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最关键的一句话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「FM = 0.39，独立取自桨叶数据 —— 未用本次飞行标定。」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55448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Arial"/>
                <a:ea typeface="微软雅黑"/>
                <a:cs typeface="微软雅黑"/>
              </a:rPr>
              <a:t>主动交代“在哪个前提下我的数字会错”，正是把主张变成证据的那个动作。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第 9 部分 · 2–4 小时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第 9 部分 —— 接入模拟智能体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资深模拟 IC 设计架构师负责：电路图、sizing、仿真、工艺角、版图意图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工具链：Xschem → ngspice → Magic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始终要求它点名最可能出错的那一个假设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诚实状态：它的门尚未实现 —— 由仿真与人工评审判定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从一个李雅普诺夫指数到一台获证诊断设备，走了 22 年。领域在变，纪律没变。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第 9 部分 · 给研究生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模拟智能体执行的工作流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6424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阶段组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回答的问题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指标与物理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1–3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传感器建模、噪声 / 动态范围预算、PDK 器件数据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架构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4–6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拓扑对比、g_m/I_D 初步 sizing、手工计算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标称与行为级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7–9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标称 SPICE、噪声贡献、行为级仿真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统计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10–12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PVT、蒙特卡洛 / 失配、设计中心化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版图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13–15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floorplan、关键器件、渐进式 PEX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后版图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16–18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噪声 / 稳定性 / PVT、高良率分析、可靠性 / EMIR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硅片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19–20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AMS 验证、流片、表征、模型相关性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先学顺序再学工具 —— 顺序本身就是 expertise。完整 20 行表见 TUTORIAL.zh.md §9.5。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第 9 部分 · 核心哲学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方法论，一行说完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11064240" cy="379476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515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r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u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r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m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z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u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
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
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不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是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画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电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路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图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画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版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每个箭头都是一扇门：说出是什么产物穿过了它，否则把该阶段记为 VOID —— 没有可对照产物的阶段没有通过，它只是跑过。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第 9 部分 · AI 的正确角色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AI 该待在哪 —— 四个层级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6424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层级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做什么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由谁验证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2026 年现状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 工程助手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推导公式、写脚本、生成测试台、分析日志、画 trade-off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工程师逐条读它产出的一切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今天就非常好用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 设计空间优化器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在你设的约束内选 W、L、I_D、C、R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仿真器 —— 唯一的裁判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约束设得对就非常好用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 版图助手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布局、布线、约束捕获、寄生优化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DRC / LVS 门 + 版图感知检查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进展快 —— Synopsys：AI 模拟版图流程，DRC 干净，迭代更少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 自主智能体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端到端编排 EDA 任务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基于物理的引擎，持续验证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涌现中 —— Siemens：“自验证”智能体；LLM 永远不单独裁定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本教程的双钥匙契约就是用开源工具搭出的第 4 层：LLM 永远不裁定正确性 —— 物理引擎裁定。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故障排查 —— 高频六项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3236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3749039"/>
                <a:gridCol w="42062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症状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可能原因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处置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magic: command not found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不在 PATH / Cygwin 未隔离启动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用启动器；检查 config.env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 两次运行不一致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版本漂移、时间戳未冻结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复核 VERSIONS.lock；PYTHONHASHSEED=0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虚拟机上 SHA 不同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PDK 构建与工具修订不同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预期结果 —— 发布第二个基准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Netgen 报 setup 文件错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在 source 脚本里用了 6 参数形式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改用 4 参数 Tcl 形式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路径被破坏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MSYS 路径转换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env -i + MSYS2_ARG_CONV_EXCL='*'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LVS 通过得太轻松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循环比对（GDS 比 GDS）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参考源必须来自布局布线数据库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考核 —— 评分标准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956765"/>
                <a:gridCol w="210747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判据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四道门均 PASS 且带产物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 可复现且已记录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局限陈述诚实且具体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演示了纪律二 —— 某数字手工重算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双语输出或文档清晰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实验题：复现 · 故意破坏 · 循环 LVS · 物理 vs 状态 · 智能体问责。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接下来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PEX / RCX 与门 7B-2 —— 规则档已随 PDK 提供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用 ngspice 做后仿真；经 OpenLane/OpenSTA 做完整 STA（需 Docker）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经 TinyTapeout shuttle 流片，100 美元起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给模拟智能体装上真正的门链 —— 工作量大，价值高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致谢：google/skywater-pdk · open_pdks · Magic · Netgen · Microlane · Tiny Tapeout · Zero to ASIC · SiliWiz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仓库里附带什么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可运行骨架 —— starter/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run_all.sh 串起四道门 + 循环性守卫 + 指纹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run_drc.tcl · run_extract.tcl · run_lvs.tcl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db_export.py —— 流片前参考源导出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config.env.example · versions.lock.template · designs/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审计轨迹 —— reviews/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01 CEO —— 范围、砍项清单、问题上抛而非硬答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02 spec —— W1–W9、关键路径、三条上抛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03 工程 —— 循环 LVS 被判 VOID 后修复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04 QA —— 附八行“未被检查”表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05 发布 —— 清单、双语一致、许可、四文件审计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CI（.github/workflows/selfcheck.yml）：版本锁跨文档漂移、或循环性守卫消失，即失败。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一句话的差别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#1 里智能体评审工作。
#2 里智能体做工作 ——
并被验证门卡住。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55448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Arial"/>
                <a:ea typeface="微软雅黑"/>
                <a:cs typeface="微软雅黑"/>
              </a:rPr>
              <a:t>四道门全通过、SHA 可复现，才算学完。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gstack 教程 No. 2  ·  在 WorkBuddy 上构建 AI 智能体驱动的端到端 EDA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